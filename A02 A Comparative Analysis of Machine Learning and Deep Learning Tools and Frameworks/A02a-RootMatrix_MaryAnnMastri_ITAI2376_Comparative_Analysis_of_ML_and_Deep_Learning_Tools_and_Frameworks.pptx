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9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8299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3840480" cy="3840480"/>
          </a:xfrm>
          <a:prstGeom prst="ellipse">
            <a:avLst/>
          </a:prstGeom>
          <a:solidFill>
            <a:srgbClr val="263381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274320"/>
            <a:ext cx="2011680" cy="2011680"/>
          </a:xfrm>
          <a:prstGeom prst="ellipse">
            <a:avLst/>
          </a:prstGeom>
          <a:solidFill>
            <a:srgbClr val="2C3B9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Hugging Face Transformers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vs. OpenAI GPT-4 API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6324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Transformers is an open-source library and model repository standardizing transformer architectures across text, vision, audio, and multimodal tasks — built for self-hosting.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4526280"/>
            <a:ext cx="2020824" cy="384048"/>
          </a:xfrm>
          <a:prstGeom prst="roundRect">
            <a:avLst>
              <a:gd name="adj" fmla="val 50000"/>
            </a:avLst>
          </a:prstGeom>
          <a:solidFill>
            <a:srgbClr val="2C3B9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4526280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306324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OpenAI's GPT-4 API is a cloud-based service that connects to the GPT-4 model over the internet — a fully managed offering with no self-hosting option.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09360" y="4526280"/>
            <a:ext cx="1819656" cy="384048"/>
          </a:xfrm>
          <a:prstGeom prst="roundRect">
            <a:avLst>
              <a:gd name="adj" fmla="val 50000"/>
            </a:avLst>
          </a:prstGeom>
          <a:solidFill>
            <a:srgbClr val="2C3B9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4526280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 Ann Mastri  |  ITAI 2376  |  Root Matrix A02a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&amp; Comparative Perspective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6263640" y="11430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2801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9164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interface: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APIs across hundreds of architectures</a:t>
            </a:r>
            <a:endParaRPr lang="en-US" sz="1250" dirty="0"/>
          </a:p>
          <a:p>
            <a:pPr marL="0" indent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Customizability: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and full model control</a:t>
            </a:r>
            <a:endParaRPr lang="en-US" sz="1250" dirty="0"/>
          </a:p>
          <a:p>
            <a:pPr marL="0" indent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hub: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community &amp; official models to fine-tune and self-host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12801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GPT-4 API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169164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LLM: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out-of-the-box NLP, coding, and reasoning</a:t>
            </a:r>
            <a:endParaRPr lang="en-US" sz="1250" dirty="0"/>
          </a:p>
          <a:p>
            <a:pPr marL="0" indent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fine-tuning: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weights are closed and cannot be retrained</a:t>
            </a:r>
            <a:endParaRPr lang="en-US" sz="1250" dirty="0"/>
          </a:p>
          <a:p>
            <a:pPr marL="0" indent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infrastructure: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provide only prompts and logic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20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Perspective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11064240" cy="23774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ML knowledge, GPU infrastructure, and DevOps skills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a simple API endpoint — easiest to integrate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 by chosen model and fine-tuning quality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performance out of the box across many tasks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open-source community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Closed, paid API — support controlled by provider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Scales with your own compute and infrastructure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Scales automatically in the cloud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 &amp; Conclusion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49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NLP pipelines, domain-specific fine-tuning, and on-prem deployments where data security and regulatory compliance matter most.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1887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GPT-4 API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600200"/>
            <a:ext cx="5349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brains behind chatbots, coding assistants, and other applications needing strong general-purpose reasoning without custom training.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45643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8862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are ideal when you need control of data, self-hosting, and custom fine-tuning. GPT-4 API is best for fast integration, minimal infrastructure, and strong general-purpose performance.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2578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3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Wolf, T., et al. (2020). Transformers: State-of-the-Art Natural Language Processing. Association for Computational Linguistics. arxiv.org/abs/1910.03771</a:t>
            </a:r>
            <a:endParaRPr lang="en-US" sz="1100" dirty="0"/>
          </a:p>
          <a:p>
            <a:pPr marL="0" indent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OpenAI. (2024). OpenAI API documentation. platform.openai.com/docs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3840480" cy="3840480"/>
          </a:xfrm>
          <a:prstGeom prst="ellipse">
            <a:avLst/>
          </a:prstGeom>
          <a:solidFill>
            <a:srgbClr val="263381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274320"/>
            <a:ext cx="2011680" cy="2011680"/>
          </a:xfrm>
          <a:prstGeom prst="ellipse">
            <a:avLst/>
          </a:prstGeom>
          <a:solidFill>
            <a:srgbClr val="2C3B9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Copilot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vs. TabNine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6324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is an AI coding assistant built by GitHub and OpenAI. It uses LLMs to generate code that understands what you're working on and trying to build.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4526280"/>
            <a:ext cx="2423160" cy="384048"/>
          </a:xfrm>
          <a:prstGeom prst="roundRect">
            <a:avLst>
              <a:gd name="adj" fmla="val 50000"/>
            </a:avLst>
          </a:prstGeom>
          <a:solidFill>
            <a:srgbClr val="2C3B9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45262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CONTEXT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306324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TabNine predates Copilot, starting with smaller ML models and later adding LLMs — but its core has stayed customization and privacy. That's the biggest difference between the two.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09360" y="4526280"/>
            <a:ext cx="2423160" cy="384048"/>
          </a:xfrm>
          <a:prstGeom prst="roundRect">
            <a:avLst>
              <a:gd name="adj" fmla="val 50000"/>
            </a:avLst>
          </a:prstGeom>
          <a:solidFill>
            <a:srgbClr val="2C3B9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45262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LOCAL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 Ann Mastri  |  ITAI 2376  |  Root Matrix A02a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&amp; Comparative Perspective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6263640" y="11430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2801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Copilot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9164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Content-aware code: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surrounding code and comments to generate multi-line completions</a:t>
            </a:r>
            <a:endParaRPr lang="en-US" sz="1250" dirty="0"/>
          </a:p>
          <a:p>
            <a:pPr marL="0" indent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integration: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tightly built into GitHub and major IDEs, so it feels natural to use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12801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TabNine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169164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locally: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never leaves your computer</a:t>
            </a:r>
            <a:endParaRPr lang="en-US" sz="1250" dirty="0"/>
          </a:p>
          <a:p>
            <a:pPr marL="0" indent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control &amp; offline use: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go-to for developers who need strong data security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20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Perspective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11064240" cy="23774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Copilot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TabNine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Larger, stronger models make it feel more intuitive and powerful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up in simpler scenarios; lighter footprint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accurate, context-aware suggestions overall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Solid, but trails Copilot on complex tasks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Backed by GitHub's platform and ecosystem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Focuses on flexible deployment over platform scale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Scales easily across teams — cloud-based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options appeal to privacy-first teams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 &amp; Conclusion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Copilot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49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dev work: writing functions faster, filling boilerplate, and explaining logic. Shines in large projects across many files, and helps teams speed up feature work and unstick newer coders.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1887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TabNine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600200"/>
            <a:ext cx="5349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where privacy and control matter — finance, healthcare, and government teams that can't send code to the cloud. Popular for lightweight autocomplete, offline coding, and custom model setups.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45643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8862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is the stronger general-purpose AI coding assistant, winning on raw ability and seamless integration. TabNine is the better fit for teams that want customization, local control, or strict privacy.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2578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3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 (2024). GitHub Copilot documentation. docs.github.com/copilot</a:t>
            </a:r>
            <a:endParaRPr lang="en-US" sz="1100" dirty="0"/>
          </a:p>
          <a:p>
            <a:pPr marL="0" indent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TabNine. (2024). TabNine documentation. www.tabnine.com/docs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676</Words>
  <Application>Microsoft Office PowerPoint</Application>
  <PresentationFormat>Widescreen</PresentationFormat>
  <Paragraphs>88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MARY ANN</cp:lastModifiedBy>
  <cp:revision>1</cp:revision>
  <dcterms:created xsi:type="dcterms:W3CDTF">2026-09-04T03:18:30Z</dcterms:created>
  <dcterms:modified xsi:type="dcterms:W3CDTF">2026-09-04T03:46:18Z</dcterms:modified>
</cp:coreProperties>
</file>